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75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685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NERA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2834640" y="1874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 Dog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→ Greet → Arrive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Robot-Dog Concierge for Home of Innovation Vienna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rgbClr val="13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Hack Vienna '26  ·  HOIV Robo Dog Track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3223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72794" y="1463040"/>
            <a:ext cx="384048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48640" y="1572768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</a:t>
            </a:r>
            <a:endParaRPr lang="en-AT" sz="17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AT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Trinish </a:t>
            </a:r>
          </a:p>
          <a:p>
            <a:pPr marL="0" indent="0">
              <a:buNone/>
            </a:pPr>
            <a:r>
              <a:rPr lang="en-AT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</a:t>
            </a:r>
          </a:p>
          <a:p>
            <a:pPr marL="0" indent="0">
              <a:buNone/>
            </a:pPr>
            <a:r>
              <a:rPr lang="en-AT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Franck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3840480" cy="18288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Track: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HOIV Robo Dog — START Hack Vienna '26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Status: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— active development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License: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Public repository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306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502920"/>
            <a:ext cx="685800" cy="685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60720" y="502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LINKS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4846320" y="1440180"/>
            <a:ext cx="4023360" cy="10058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1527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577840" y="1892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github.com/sercinci/nera-the-robo-dog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846320" y="2587752"/>
            <a:ext cx="4023360" cy="10058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81635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3063240"/>
            <a:ext cx="33445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github.com/sercinci/nera-the-robo-dog/blob/main/ARCHITECTURE.md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46320" y="3758184"/>
            <a:ext cx="4023360" cy="10058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98678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3867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Go2 Integration Guide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120641" y="4508694"/>
            <a:ext cx="4023360" cy="13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github.com/sercinci/nera-the-robo-dog/blob/main/Go2_Integration_Guide.pdf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749040" y="411480"/>
            <a:ext cx="51206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3749040" y="411480"/>
            <a:ext cx="64008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913632" y="484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get no instant welcome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13632" y="886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doorbell rings — nobody answers right away. Visitors stand at the entrance unsure where to go.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49040" y="1874520"/>
            <a:ext cx="51206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749040" y="1874520"/>
            <a:ext cx="64008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913632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reception is costly &amp; inconsistent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13632" y="23500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desks can't be staffed 24/7. Human greeters forget names, rooms, and schedules.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49040" y="3337560"/>
            <a:ext cx="51206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749040" y="3337560"/>
            <a:ext cx="64008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913632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hubs need an innovative entrance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13632" y="38130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HOIV's brand is about future tech — yet their lobby experience is... a buzzer and a wait.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 AI concierge that greets visitors, understands them, and guides them — by voice, screen and robot.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256032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272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summons Nera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2852928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304288" y="1554480"/>
            <a:ext cx="1371600" cy="256032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304288" y="155448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7830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04288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304288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304288" y="31272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21608" y="2852928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059936" y="1554480"/>
            <a:ext cx="1371600" cy="256032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059936" y="155448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7830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59936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059936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059936" y="31272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intent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77256" y="2852928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5815584" y="1554480"/>
            <a:ext cx="1371600" cy="256032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5815584" y="155448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17830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15584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5815584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815584" y="31272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232904" y="2852928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6"/>
          <p:cNvSpPr/>
          <p:nvPr/>
        </p:nvSpPr>
        <p:spPr>
          <a:xfrm>
            <a:off x="7571232" y="1554480"/>
            <a:ext cx="1371600" cy="256032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7571232" y="155448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712" y="1783080"/>
            <a:ext cx="548640" cy="5486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71232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7571232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571232" y="31272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robot walks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28600" y="118872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28600" y="1188720"/>
            <a:ext cx="411480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 Pipeline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6002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Conversational Agent — end-to-end voice AI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+ AI + TTS unified in one managed pipeline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separate STT + OpenRouter + TTS stack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built-in interruption handling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4114800" cy="347472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892040" y="1225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16002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(fast tool-calling text model)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Groq / OpenAI / Anthropic native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 registry: find_place, find_person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contracts — model can NEVER invent a room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312724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28600" y="3127248"/>
            <a:ext cx="411480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2004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Display &amp; Screen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0040" y="353872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 — Destination JSON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kiosk (rich UI + latency overlay)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Zero 2 W → 4K TV (lean display-only)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Yodeck Web Page player (live WS, not content-push)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00600" y="312724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800600" y="3127248"/>
            <a:ext cx="4114800" cy="347472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89204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 (Go2)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2040" y="353872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Go2 robot dog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Foxglove WS Bridge + CDR PoseStamped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@foxglove/ws-protocol + rosmsg2-serialization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Mock-verified protocol (no dog needed to demo)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017520" y="960120"/>
            <a:ext cx="3108960" cy="118872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017520" y="960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 24 + TS)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2176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Agent → Sinks → State Machine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4320" y="3291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28016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40880" y="128016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Kiosk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AEC)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040880" y="228600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3291840"/>
            <a:ext cx="182880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040880" y="329184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040880" y="3291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Zero → TV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Yodeck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4160520"/>
            <a:ext cx="2011680" cy="777240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566160" y="4160520"/>
            <a:ext cx="20116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566160" y="4160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Go2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(Foxglove CDR)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167335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103120" y="267919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103120" y="368503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126480" y="167335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26480" y="267919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126480" y="3685032"/>
            <a:ext cx="914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572000" y="2176272"/>
            <a:ext cx="0" cy="19933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KPI: ring → voice reply &lt; 1 second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486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Nera is ready.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703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the bell. Say where you want to go. She's on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4389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github.com/sercinci/nera-the-robo-dog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472</Words>
  <Application>Microsoft Office PowerPoint</Application>
  <PresentationFormat>On-screen Show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Nera the Robo Dog — START Hack Vienna '26</dc:title>
  <dc:subject>PptxGenJS Presentation</dc:subject>
  <dc:creator>PptxGenJS</dc:creator>
  <cp:lastModifiedBy>Nepal, Trinish</cp:lastModifiedBy>
  <cp:revision>2</cp:revision>
  <dcterms:created xsi:type="dcterms:W3CDTF">2026-06-07T06:20:14Z</dcterms:created>
  <dcterms:modified xsi:type="dcterms:W3CDTF">2026-06-07T06:54:12Z</dcterms:modified>
</cp:coreProperties>
</file>